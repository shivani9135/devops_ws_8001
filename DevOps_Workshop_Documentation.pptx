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DevOps Workshop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GitHub and AWS EC2 Setup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GitHub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a GitHub account</a:t>
            </a:r>
          </a:p>
          <a:p>
            <a:r>
              <a:t>2. Create a new repository</a:t>
            </a:r>
          </a:p>
          <a:p>
            <a:r>
              <a:t>3. Copy the repository URL</a:t>
            </a:r>
          </a:p>
          <a:p>
            <a:r>
              <a:t>4. Download and install Git Bash</a:t>
            </a:r>
          </a:p>
          <a:p>
            <a:r>
              <a:t>5. Run the following commands in Git Bash:</a:t>
            </a:r>
          </a:p>
          <a:p>
            <a:r>
              <a:t>   - git clone &lt;repo_url&gt;</a:t>
            </a:r>
          </a:p>
          <a:p>
            <a:r>
              <a:t>   - git init</a:t>
            </a:r>
          </a:p>
          <a:p>
            <a:r>
              <a:t>   - cd repo_name</a:t>
            </a:r>
          </a:p>
          <a:p>
            <a:r>
              <a:t>   - git status</a:t>
            </a:r>
          </a:p>
          <a:p>
            <a:r>
              <a:t>   - git add .</a:t>
            </a:r>
          </a:p>
          <a:p>
            <a:r>
              <a:t>   - git commit -m "Your commit message"</a:t>
            </a:r>
          </a:p>
          <a:p>
            <a:r>
              <a:t>   - git push</a:t>
            </a:r>
          </a:p>
          <a:p>
            <a:r>
              <a:t>6. Refresh your GitHub page to see the changes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AWS EC2 Instance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an AWS account</a:t>
            </a:r>
          </a:p>
          <a:p>
            <a:r>
              <a:t>2. Search for EC2 in the AWS console</a:t>
            </a:r>
          </a:p>
          <a:p>
            <a:r>
              <a:t>3. Click 'Launch Instance'</a:t>
            </a:r>
          </a:p>
          <a:p>
            <a:r>
              <a:t>4. Enter instance name</a:t>
            </a:r>
          </a:p>
          <a:p>
            <a:r>
              <a:t>5. Select AMI (Ubuntu, Amazon Linux, etc.)</a:t>
            </a:r>
          </a:p>
          <a:p>
            <a:r>
              <a:t>6. Select instance type (e.g., t2.micro)</a:t>
            </a:r>
          </a:p>
          <a:p>
            <a:r>
              <a:t>7. Configure key pair:</a:t>
            </a:r>
          </a:p>
          <a:p>
            <a:r>
              <a:t>   - Create new key pair if not available</a:t>
            </a:r>
          </a:p>
          <a:p>
            <a:r>
              <a:t>   - Choose type: RSA or ED25519</a:t>
            </a:r>
          </a:p>
          <a:p>
            <a:r>
              <a:t>   - Select file format: .pem or .ppk</a:t>
            </a:r>
          </a:p>
          <a:p>
            <a:r>
              <a:t>8. Configure network and firewall rules:</a:t>
            </a:r>
          </a:p>
          <a:p>
            <a:r>
              <a:t>   - Allow SSH (22), HTTP (80), HTTPS (443)</a:t>
            </a:r>
          </a:p>
          <a:p>
            <a:r>
              <a:t>9. Configure storage</a:t>
            </a:r>
          </a:p>
          <a:p>
            <a:r>
              <a:t>10. Click 'Launch Instance'</a:t>
            </a:r>
          </a:p>
          <a:p>
            <a:r>
              <a:t>11. Connect using your key pair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