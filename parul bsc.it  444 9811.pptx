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</p:embeddedFont>
    <p:embeddedFont>
      <p:font typeface="Roboto Slab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67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SC.IT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575786"/>
            <a:ext cx="8642271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Presentation Summary and Author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31" y="1784152"/>
            <a:ext cx="4271605" cy="251245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338" y="1784152"/>
            <a:ext cx="4271605" cy="25124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345" y="1784152"/>
            <a:ext cx="4271605" cy="251245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32711" y="4667488"/>
            <a:ext cx="13164979" cy="2421255"/>
          </a:xfrm>
          <a:prstGeom prst="roundRect">
            <a:avLst>
              <a:gd name="adj" fmla="val 129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740331" y="4675108"/>
            <a:ext cx="13149739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949762" y="4808339"/>
            <a:ext cx="352246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898469" y="4808339"/>
            <a:ext cx="878228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PARUL SINHA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40331" y="5276612"/>
            <a:ext cx="13149739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949762" y="5409843"/>
            <a:ext cx="352246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898469" y="5409843"/>
            <a:ext cx="878228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BSC.IT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40331" y="5878116"/>
            <a:ext cx="13149739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949762" y="6011347"/>
            <a:ext cx="352246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98469" y="6011347"/>
            <a:ext cx="878228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444 9811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40331" y="6479619"/>
            <a:ext cx="13149739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949762" y="6612850"/>
            <a:ext cx="352246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98469" y="6612850"/>
            <a:ext cx="878228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CIMAGE COLLEGE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2711" y="7324249"/>
            <a:ext cx="13164979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reviewing the steps for setting up a modern, automated development and deployment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8883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 a Git Repository, EC2 Setup, and CI/CD Pipeline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55338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Steps to Modern Deployment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95193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outlines the essential steps to set up a full continuous integration and continuous delivery (CI/CD) workflow, from initial code commitment to automated deployment on an AWS EC2 instance.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575786"/>
            <a:ext cx="8108633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1: Create Your Git Repository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2711" y="1962745"/>
            <a:ext cx="6477833" cy="1908810"/>
          </a:xfrm>
          <a:prstGeom prst="roundRect">
            <a:avLst>
              <a:gd name="adj" fmla="val 5749"/>
            </a:avLst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1" y="1939885"/>
            <a:ext cx="6477833" cy="91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1648777"/>
            <a:ext cx="628055" cy="62805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897" y="1805821"/>
            <a:ext cx="251222" cy="3139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4883" y="248614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Initialize Git Locally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964883" y="2938820"/>
            <a:ext cx="6013490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start tracking changes in your project directory.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7419856" y="1962745"/>
            <a:ext cx="6477833" cy="1908810"/>
          </a:xfrm>
          <a:prstGeom prst="roundRect">
            <a:avLst>
              <a:gd name="adj" fmla="val 5749"/>
            </a:avLst>
          </a:prstGeom>
          <a:solidFill>
            <a:srgbClr val="202733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856" y="1939885"/>
            <a:ext cx="6477833" cy="9144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686" y="1648777"/>
            <a:ext cx="628055" cy="62805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043" y="1805821"/>
            <a:ext cx="251222" cy="3139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652028" y="2486144"/>
            <a:ext cx="274951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and Commit Files</a:t>
            </a:r>
            <a:endParaRPr lang="en-US" sz="2050" dirty="0"/>
          </a:p>
        </p:txBody>
      </p:sp>
      <p:sp>
        <p:nvSpPr>
          <p:cNvPr id="14" name="Text 6"/>
          <p:cNvSpPr/>
          <p:nvPr/>
        </p:nvSpPr>
        <p:spPr>
          <a:xfrm>
            <a:off x="7652028" y="2938820"/>
            <a:ext cx="6013490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your files with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save the state with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732711" y="4394835"/>
            <a:ext cx="6477833" cy="1908810"/>
          </a:xfrm>
          <a:prstGeom prst="roundRect">
            <a:avLst>
              <a:gd name="adj" fmla="val 5749"/>
            </a:avLst>
          </a:prstGeom>
          <a:solidFill>
            <a:srgbClr val="202733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1" y="4371975"/>
            <a:ext cx="6477833" cy="9144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080867"/>
            <a:ext cx="628055" cy="628055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897" y="4237911"/>
            <a:ext cx="251222" cy="31396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4883" y="4918234"/>
            <a:ext cx="3260765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Link to Remote Repository</a:t>
            </a:r>
            <a:endParaRPr lang="en-US" sz="2050" dirty="0"/>
          </a:p>
        </p:txBody>
      </p:sp>
      <p:sp>
        <p:nvSpPr>
          <p:cNvPr id="20" name="Text 9"/>
          <p:cNvSpPr/>
          <p:nvPr/>
        </p:nvSpPr>
        <p:spPr>
          <a:xfrm>
            <a:off x="964883" y="5370909"/>
            <a:ext cx="6013490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your repository on GitHub (or equivalent) and connect: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&lt;REMOTE_URL&gt;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7419856" y="4394835"/>
            <a:ext cx="6477833" cy="1908810"/>
          </a:xfrm>
          <a:prstGeom prst="roundRect">
            <a:avLst>
              <a:gd name="adj" fmla="val 5749"/>
            </a:avLst>
          </a:prstGeom>
          <a:solidFill>
            <a:srgbClr val="202733"/>
          </a:solidFill>
          <a:ln/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856" y="4371975"/>
            <a:ext cx="6477833" cy="9144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686" y="4080867"/>
            <a:ext cx="628055" cy="628055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043" y="4237911"/>
            <a:ext cx="251222" cy="313968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652028" y="49182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Push Initial Code</a:t>
            </a:r>
            <a:endParaRPr lang="en-US" sz="2050" dirty="0"/>
          </a:p>
        </p:txBody>
      </p:sp>
      <p:sp>
        <p:nvSpPr>
          <p:cNvPr id="26" name="Text 12"/>
          <p:cNvSpPr/>
          <p:nvPr/>
        </p:nvSpPr>
        <p:spPr>
          <a:xfrm>
            <a:off x="7652028" y="5370909"/>
            <a:ext cx="6013490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local repository content to the remote server using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1046678" y="6774656"/>
            <a:ext cx="1285101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Establish a consistent naming convention for your main branch (e.g., 'main' or 'master') early in the process to avoid confusion during automation setup.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732711" y="6539151"/>
            <a:ext cx="22860" cy="1141095"/>
          </a:xfrm>
          <a:prstGeom prst="rect">
            <a:avLst/>
          </a:prstGeom>
          <a:solidFill>
            <a:srgbClr val="66A8E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373" y="401717"/>
            <a:ext cx="8831580" cy="456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2: Launch and Prepare Your AWS EC2 Instance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4165640" y="1241703"/>
            <a:ext cx="15240" cy="4362212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sp>
        <p:nvSpPr>
          <p:cNvPr id="4" name="Shape 2"/>
          <p:cNvSpPr/>
          <p:nvPr/>
        </p:nvSpPr>
        <p:spPr>
          <a:xfrm>
            <a:off x="3896320" y="1398389"/>
            <a:ext cx="292179" cy="15240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91" y="1351240"/>
            <a:ext cx="109537" cy="1095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2601" y="1291828"/>
            <a:ext cx="1826300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Launch Instance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1373" y="1666161"/>
            <a:ext cx="3077528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AWS Management Console to launch an EC2 instance (e.g., Amazon Linux 2 or Ubuntu).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58020" y="2274927"/>
            <a:ext cx="292179" cy="15240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91" y="2227778"/>
            <a:ext cx="109537" cy="1095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7618" y="2168366"/>
            <a:ext cx="1826300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Configure Security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57618" y="2542699"/>
            <a:ext cx="3077528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the Security Group to open port 22 (SSH) and your application port (e.g., 3000) to the necessary IP range.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896320" y="3030498"/>
            <a:ext cx="292179" cy="15240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91" y="2983349"/>
            <a:ext cx="109537" cy="1095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62601" y="2923937"/>
            <a:ext cx="1826300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SSH Access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1373" y="3298269"/>
            <a:ext cx="3077528" cy="71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the instance using your key pair: </a:t>
            </a: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ssh -i &lt;key.pem&gt; ec2-user@&lt;EC2_PUBLIC_IP&gt;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58020" y="3786068"/>
            <a:ext cx="292179" cy="15240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91" y="3738920"/>
            <a:ext cx="109537" cy="1095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7618" y="3679508"/>
            <a:ext cx="1826300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757618" y="4053840"/>
            <a:ext cx="3077528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 Git, Node.js, and PM2 (process manager) for running and managing your application in the background.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896320" y="4541639"/>
            <a:ext cx="292179" cy="15240"/>
          </a:xfrm>
          <a:prstGeom prst="roundRect">
            <a:avLst>
              <a:gd name="adj" fmla="val 143811"/>
            </a:avLst>
          </a:prstGeom>
          <a:solidFill>
            <a:srgbClr val="585F6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91" y="4494490"/>
            <a:ext cx="109537" cy="1095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8592" y="4435078"/>
            <a:ext cx="2470309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 Up Deployment Directory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11373" y="4809411"/>
            <a:ext cx="3077528" cy="708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dedicated deployment folder, like </a:t>
            </a: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ensure appropriate file permissions.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239" y="1241703"/>
            <a:ext cx="5927288" cy="592728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199239" y="7333297"/>
            <a:ext cx="5927288" cy="1358622"/>
          </a:xfrm>
          <a:prstGeom prst="roundRect">
            <a:avLst>
              <a:gd name="adj" fmla="val 1613"/>
            </a:avLst>
          </a:prstGeom>
          <a:solidFill>
            <a:srgbClr val="082545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329" y="7547967"/>
            <a:ext cx="182523" cy="14609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73941" y="7515820"/>
            <a:ext cx="5306497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Installation Commands (Amazon Linux):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8673941" y="7880985"/>
            <a:ext cx="5306497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yum install -y git nodejs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8673941" y="8253770"/>
            <a:ext cx="5306497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sudo npm install -g pm2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58178"/>
            <a:ext cx="13142357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3: Clone Repository and Setup Application on EC2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" y="1715691"/>
            <a:ext cx="1031796" cy="1549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0364" y="1922026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Clone the Repository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960364" y="2368153"/>
            <a:ext cx="1194780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Pull the code onto the EC2 instance into the prepared directory: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https://github.com/USERNAME/REPO.git /var/www/yourapp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33" y="3265051"/>
            <a:ext cx="1031796" cy="12381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60364" y="3471386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 Dependencies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960364" y="3917513"/>
            <a:ext cx="1194780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 to the app directory and install required packages (e.g.,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 Node.js application).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33" y="4503182"/>
            <a:ext cx="1031796" cy="1549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0364" y="4709517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Run App with PM2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960364" y="5155644"/>
            <a:ext cx="1194780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your application using PM2 to manage the process and ensure it restarts automatically if it crashes: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pm2 start app.js --name "my-app"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233" y="6052542"/>
            <a:ext cx="1031796" cy="1518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0364" y="6258878"/>
            <a:ext cx="28055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Verify Live Application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960364" y="6705005"/>
            <a:ext cx="11947803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that the deployment was successful by accessing the application via the EC2 Public IP address and port: http://&lt;EC2_PUBLIC_IP&gt;:3000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943" y="388858"/>
            <a:ext cx="8819078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4 &amp; 5: Automate Deployment with CI/CD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4943" y="1113592"/>
            <a:ext cx="1364051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and most crucial step is automating the process using a CI/CD tool, such as GitHub Actions, to connect code changes directly to deployment.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43" y="1657945"/>
            <a:ext cx="6647736" cy="6647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5342" y="1657945"/>
            <a:ext cx="565666" cy="886420"/>
          </a:xfrm>
          <a:prstGeom prst="roundRect">
            <a:avLst>
              <a:gd name="adj" fmla="val 360022"/>
            </a:avLst>
          </a:prstGeom>
          <a:solidFill>
            <a:srgbClr val="3F465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149" y="1968579"/>
            <a:ext cx="212050" cy="265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02335" y="1799273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Trigger Workflow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202335" y="2161580"/>
            <a:ext cx="5940743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CI/CD pipeline is configured to automatically initiate upon a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the main branch.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495342" y="2685693"/>
            <a:ext cx="565666" cy="1097399"/>
          </a:xfrm>
          <a:prstGeom prst="roundRect">
            <a:avLst>
              <a:gd name="adj" fmla="val 360022"/>
            </a:avLst>
          </a:prstGeom>
          <a:solidFill>
            <a:srgbClr val="3F465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149" y="3101816"/>
            <a:ext cx="212050" cy="2651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02335" y="2827020"/>
            <a:ext cx="1951434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SSH Connection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202335" y="3189327"/>
            <a:ext cx="594074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workflow securely connects to the EC2 instance using stored credentials (SSH key secrets).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495342" y="3924419"/>
            <a:ext cx="565666" cy="886420"/>
          </a:xfrm>
          <a:prstGeom prst="roundRect">
            <a:avLst>
              <a:gd name="adj" fmla="val 360022"/>
            </a:avLst>
          </a:prstGeom>
          <a:solidFill>
            <a:srgbClr val="3F465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2149" y="4235053"/>
            <a:ext cx="212050" cy="2651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02335" y="4065746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Code Deployment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202335" y="4428053"/>
            <a:ext cx="5940743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executes a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command on the EC2 server to fetch the latest code changes.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495342" y="4952167"/>
            <a:ext cx="565666" cy="1112639"/>
          </a:xfrm>
          <a:prstGeom prst="roundRect">
            <a:avLst>
              <a:gd name="adj" fmla="val 360022"/>
            </a:avLst>
          </a:prstGeom>
          <a:solidFill>
            <a:srgbClr val="3F4652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2149" y="5375910"/>
            <a:ext cx="212050" cy="2651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02335" y="5093494"/>
            <a:ext cx="176772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Restart Application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202335" y="5455801"/>
            <a:ext cx="5940743" cy="46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step uses PM2 commands (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pm2 restart my-app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to reload the application with the new code, completing the deployment.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94943" y="8623816"/>
            <a:ext cx="1364051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automation ensures that every verified code change is quickly and reliably pushed to the production environment without manual intervention.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Microsoft Office PowerPoint</Application>
  <PresentationFormat>Custom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Roboto Slab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parul sinha</cp:lastModifiedBy>
  <cp:revision>1</cp:revision>
  <dcterms:created xsi:type="dcterms:W3CDTF">2025-10-16T06:27:36Z</dcterms:created>
  <dcterms:modified xsi:type="dcterms:W3CDTF">2025-10-16T06:35:42Z</dcterms:modified>
</cp:coreProperties>
</file>