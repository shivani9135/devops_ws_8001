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58" r:id="rId7"/>
    <p:sldId id="264" r:id="rId8"/>
    <p:sldId id="265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269538-BFC5-48BB-BEA1-D7AF1F385F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51337A-31FA-4717-B2BF-9243F96D2B9B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Step 1 </a:t>
          </a:r>
        </a:p>
      </dgm:t>
    </dgm:pt>
    <dgm:pt modelId="{A9294D65-F371-46C8-A624-E557E9DF1A30}" type="parTrans" cxnId="{9E6BB655-7FE4-4F8D-B1D2-F885E60B8754}">
      <dgm:prSet/>
      <dgm:spPr/>
      <dgm:t>
        <a:bodyPr/>
        <a:lstStyle/>
        <a:p>
          <a:endParaRPr lang="en-US"/>
        </a:p>
      </dgm:t>
    </dgm:pt>
    <dgm:pt modelId="{6799645E-F42F-43D8-B2EA-A1377D84D0B3}" type="sibTrans" cxnId="{9E6BB655-7FE4-4F8D-B1D2-F885E60B8754}">
      <dgm:prSet/>
      <dgm:spPr/>
      <dgm:t>
        <a:bodyPr/>
        <a:lstStyle/>
        <a:p>
          <a:endParaRPr lang="en-US"/>
        </a:p>
      </dgm:t>
    </dgm:pt>
    <dgm:pt modelId="{E40970FA-9468-4353-8343-FE5E2BEBB8B0}">
      <dgm:prSet phldrT="[Text]" custT="1"/>
      <dgm:spPr/>
      <dgm:t>
        <a:bodyPr/>
        <a:lstStyle/>
        <a:p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We have to create a account on </a:t>
          </a:r>
          <a:r>
            <a:rPr lang="en-US" sz="24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github</a:t>
          </a: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.</a:t>
          </a:r>
        </a:p>
      </dgm:t>
    </dgm:pt>
    <dgm:pt modelId="{85FA6A33-9FA9-4134-A6A3-A5D4748A1779}" type="parTrans" cxnId="{A316347C-9D1A-43C6-BE2B-DC184440E1C9}">
      <dgm:prSet/>
      <dgm:spPr/>
      <dgm:t>
        <a:bodyPr/>
        <a:lstStyle/>
        <a:p>
          <a:endParaRPr lang="en-US"/>
        </a:p>
      </dgm:t>
    </dgm:pt>
    <dgm:pt modelId="{04FF68DF-CF36-4D12-9ECE-A3519B0AC88A}" type="sibTrans" cxnId="{A316347C-9D1A-43C6-BE2B-DC184440E1C9}">
      <dgm:prSet/>
      <dgm:spPr/>
      <dgm:t>
        <a:bodyPr/>
        <a:lstStyle/>
        <a:p>
          <a:endParaRPr lang="en-US"/>
        </a:p>
      </dgm:t>
    </dgm:pt>
    <dgm:pt modelId="{9D8DAFB6-C744-4BD6-B757-393BF647EBB6}">
      <dgm:prSet phldrT="[Text]" custT="1"/>
      <dgm:spPr/>
      <dgm:t>
        <a:bodyPr/>
        <a:lstStyle/>
        <a:p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Create a repo.</a:t>
          </a:r>
        </a:p>
      </dgm:t>
    </dgm:pt>
    <dgm:pt modelId="{17C1C47E-8D1A-404A-B227-B017391CB5F6}" type="parTrans" cxnId="{56052809-46E4-4445-B520-94004C28BB9D}">
      <dgm:prSet/>
      <dgm:spPr/>
      <dgm:t>
        <a:bodyPr/>
        <a:lstStyle/>
        <a:p>
          <a:endParaRPr lang="en-US"/>
        </a:p>
      </dgm:t>
    </dgm:pt>
    <dgm:pt modelId="{C9B44773-68B1-427B-B9CA-0AEA186B621E}" type="sibTrans" cxnId="{56052809-46E4-4445-B520-94004C28BB9D}">
      <dgm:prSet/>
      <dgm:spPr/>
      <dgm:t>
        <a:bodyPr/>
        <a:lstStyle/>
        <a:p>
          <a:endParaRPr lang="en-US"/>
        </a:p>
      </dgm:t>
    </dgm:pt>
    <dgm:pt modelId="{51A6936C-668E-4912-B1B4-BA2D45D3F624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Step 3</a:t>
          </a:r>
        </a:p>
      </dgm:t>
    </dgm:pt>
    <dgm:pt modelId="{8F7D40F1-9723-47F5-BFD2-340696378D49}" type="parTrans" cxnId="{000FE2BB-9FE6-4965-ADF5-E3E85B644286}">
      <dgm:prSet/>
      <dgm:spPr/>
      <dgm:t>
        <a:bodyPr/>
        <a:lstStyle/>
        <a:p>
          <a:endParaRPr lang="en-US"/>
        </a:p>
      </dgm:t>
    </dgm:pt>
    <dgm:pt modelId="{E68031D9-E3F9-439E-86FC-2A0A3A3988D0}" type="sibTrans" cxnId="{000FE2BB-9FE6-4965-ADF5-E3E85B644286}">
      <dgm:prSet/>
      <dgm:spPr/>
      <dgm:t>
        <a:bodyPr/>
        <a:lstStyle/>
        <a:p>
          <a:endParaRPr lang="en-US"/>
        </a:p>
      </dgm:t>
    </dgm:pt>
    <dgm:pt modelId="{A7F7584C-6CC5-40A2-9566-2842A5DEA97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Step 2</a:t>
          </a:r>
        </a:p>
      </dgm:t>
    </dgm:pt>
    <dgm:pt modelId="{C41ED6A4-512C-48AB-901D-671B73446005}" type="sibTrans" cxnId="{F68422C1-CD34-4DED-AA4B-85EFFF4FE933}">
      <dgm:prSet/>
      <dgm:spPr/>
      <dgm:t>
        <a:bodyPr/>
        <a:lstStyle/>
        <a:p>
          <a:endParaRPr lang="en-US"/>
        </a:p>
      </dgm:t>
    </dgm:pt>
    <dgm:pt modelId="{581272CD-5908-4C17-8E9B-8BF6DCE43C3E}" type="parTrans" cxnId="{F68422C1-CD34-4DED-AA4B-85EFFF4FE933}">
      <dgm:prSet/>
      <dgm:spPr/>
      <dgm:t>
        <a:bodyPr/>
        <a:lstStyle/>
        <a:p>
          <a:endParaRPr lang="en-US"/>
        </a:p>
      </dgm:t>
    </dgm:pt>
    <dgm:pt modelId="{2A9B6C90-9B70-4ED8-9084-8651413BB905}">
      <dgm:prSet phldrT="[Text]" custT="1"/>
      <dgm:spPr/>
      <dgm:t>
        <a:bodyPr/>
        <a:lstStyle/>
        <a:p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Download the </a:t>
          </a:r>
          <a:r>
            <a:rPr lang="en-US" sz="24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gitbash</a:t>
          </a:r>
          <a:r>
            <a: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</a:p>
      </dgm:t>
    </dgm:pt>
    <dgm:pt modelId="{54109FB3-0563-4B2C-BFF0-181E047427F8}" type="sibTrans" cxnId="{1D59D94A-4BF7-417E-B49B-225C005839A9}">
      <dgm:prSet/>
      <dgm:spPr/>
      <dgm:t>
        <a:bodyPr/>
        <a:lstStyle/>
        <a:p>
          <a:endParaRPr lang="en-US"/>
        </a:p>
      </dgm:t>
    </dgm:pt>
    <dgm:pt modelId="{47C005B7-F5AA-4111-A87D-782B117A0259}" type="parTrans" cxnId="{1D59D94A-4BF7-417E-B49B-225C005839A9}">
      <dgm:prSet/>
      <dgm:spPr/>
      <dgm:t>
        <a:bodyPr/>
        <a:lstStyle/>
        <a:p>
          <a:endParaRPr lang="en-US"/>
        </a:p>
      </dgm:t>
    </dgm:pt>
    <dgm:pt modelId="{99FD7F24-5BB9-46E8-BB7C-4B477B73B815}" type="pres">
      <dgm:prSet presAssocID="{81269538-BFC5-48BB-BEA1-D7AF1F385FD5}" presName="Name0" presStyleCnt="0">
        <dgm:presLayoutVars>
          <dgm:dir/>
          <dgm:animLvl val="lvl"/>
          <dgm:resizeHandles val="exact"/>
        </dgm:presLayoutVars>
      </dgm:prSet>
      <dgm:spPr/>
    </dgm:pt>
    <dgm:pt modelId="{BBAB8945-0B00-4547-92CF-AE59FDD0EF39}" type="pres">
      <dgm:prSet presAssocID="{0D51337A-31FA-4717-B2BF-9243F96D2B9B}" presName="linNode" presStyleCnt="0"/>
      <dgm:spPr/>
    </dgm:pt>
    <dgm:pt modelId="{3230722F-B757-4673-BD2F-9D4BAB5CEE8D}" type="pres">
      <dgm:prSet presAssocID="{0D51337A-31FA-4717-B2BF-9243F96D2B9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FB9694A-6C63-4B23-90F6-4F208C00D399}" type="pres">
      <dgm:prSet presAssocID="{0D51337A-31FA-4717-B2BF-9243F96D2B9B}" presName="descendantText" presStyleLbl="alignAccFollowNode1" presStyleIdx="0" presStyleCnt="3">
        <dgm:presLayoutVars>
          <dgm:bulletEnabled val="1"/>
        </dgm:presLayoutVars>
      </dgm:prSet>
      <dgm:spPr/>
    </dgm:pt>
    <dgm:pt modelId="{3E4AEBB9-D07D-412D-A9F3-5F50CE85FF20}" type="pres">
      <dgm:prSet presAssocID="{6799645E-F42F-43D8-B2EA-A1377D84D0B3}" presName="sp" presStyleCnt="0"/>
      <dgm:spPr/>
    </dgm:pt>
    <dgm:pt modelId="{C60E4332-AB2E-4201-AF29-E3D9D2CE99DD}" type="pres">
      <dgm:prSet presAssocID="{A7F7584C-6CC5-40A2-9566-2842A5DEA97A}" presName="linNode" presStyleCnt="0"/>
      <dgm:spPr/>
    </dgm:pt>
    <dgm:pt modelId="{8A3FE5E4-2689-4041-B2C5-C63BC276A3EF}" type="pres">
      <dgm:prSet presAssocID="{A7F7584C-6CC5-40A2-9566-2842A5DEA97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29ECF1A-78BE-41CB-B252-8011825B67CD}" type="pres">
      <dgm:prSet presAssocID="{A7F7584C-6CC5-40A2-9566-2842A5DEA97A}" presName="descendantText" presStyleLbl="alignAccFollowNode1" presStyleIdx="1" presStyleCnt="3">
        <dgm:presLayoutVars>
          <dgm:bulletEnabled val="1"/>
        </dgm:presLayoutVars>
      </dgm:prSet>
      <dgm:spPr/>
    </dgm:pt>
    <dgm:pt modelId="{CF97419B-1653-4404-8A25-A4EB2811914A}" type="pres">
      <dgm:prSet presAssocID="{C41ED6A4-512C-48AB-901D-671B73446005}" presName="sp" presStyleCnt="0"/>
      <dgm:spPr/>
    </dgm:pt>
    <dgm:pt modelId="{74B4E996-D144-43FA-9C7B-5183D295C315}" type="pres">
      <dgm:prSet presAssocID="{51A6936C-668E-4912-B1B4-BA2D45D3F624}" presName="linNode" presStyleCnt="0"/>
      <dgm:spPr/>
    </dgm:pt>
    <dgm:pt modelId="{1C763A21-352A-41D1-A2E2-E305DABA275D}" type="pres">
      <dgm:prSet presAssocID="{51A6936C-668E-4912-B1B4-BA2D45D3F62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66EBD3D-E7C5-421C-B8B5-728648057DDC}" type="pres">
      <dgm:prSet presAssocID="{51A6936C-668E-4912-B1B4-BA2D45D3F62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6052809-46E4-4445-B520-94004C28BB9D}" srcId="{A7F7584C-6CC5-40A2-9566-2842A5DEA97A}" destId="{9D8DAFB6-C744-4BD6-B757-393BF647EBB6}" srcOrd="0" destOrd="0" parTransId="{17C1C47E-8D1A-404A-B227-B017391CB5F6}" sibTransId="{C9B44773-68B1-427B-B9CA-0AEA186B621E}"/>
    <dgm:cxn modelId="{A38C1039-CB78-4EBF-844F-7A838983E228}" type="presOf" srcId="{A7F7584C-6CC5-40A2-9566-2842A5DEA97A}" destId="{8A3FE5E4-2689-4041-B2C5-C63BC276A3EF}" srcOrd="0" destOrd="0" presId="urn:microsoft.com/office/officeart/2005/8/layout/vList5"/>
    <dgm:cxn modelId="{1D59D94A-4BF7-417E-B49B-225C005839A9}" srcId="{51A6936C-668E-4912-B1B4-BA2D45D3F624}" destId="{2A9B6C90-9B70-4ED8-9084-8651413BB905}" srcOrd="0" destOrd="0" parTransId="{47C005B7-F5AA-4111-A87D-782B117A0259}" sibTransId="{54109FB3-0563-4B2C-BFF0-181E047427F8}"/>
    <dgm:cxn modelId="{6DF17F4D-4120-4DE8-8738-503F2519CD40}" type="presOf" srcId="{9D8DAFB6-C744-4BD6-B757-393BF647EBB6}" destId="{329ECF1A-78BE-41CB-B252-8011825B67CD}" srcOrd="0" destOrd="0" presId="urn:microsoft.com/office/officeart/2005/8/layout/vList5"/>
    <dgm:cxn modelId="{D51B6075-27E4-4292-9F89-0CC50DF21ED9}" type="presOf" srcId="{51A6936C-668E-4912-B1B4-BA2D45D3F624}" destId="{1C763A21-352A-41D1-A2E2-E305DABA275D}" srcOrd="0" destOrd="0" presId="urn:microsoft.com/office/officeart/2005/8/layout/vList5"/>
    <dgm:cxn modelId="{9E6BB655-7FE4-4F8D-B1D2-F885E60B8754}" srcId="{81269538-BFC5-48BB-BEA1-D7AF1F385FD5}" destId="{0D51337A-31FA-4717-B2BF-9243F96D2B9B}" srcOrd="0" destOrd="0" parTransId="{A9294D65-F371-46C8-A624-E557E9DF1A30}" sibTransId="{6799645E-F42F-43D8-B2EA-A1377D84D0B3}"/>
    <dgm:cxn modelId="{C65EFE7A-5430-4917-89D2-D70BAF0289E3}" type="presOf" srcId="{2A9B6C90-9B70-4ED8-9084-8651413BB905}" destId="{A66EBD3D-E7C5-421C-B8B5-728648057DDC}" srcOrd="0" destOrd="0" presId="urn:microsoft.com/office/officeart/2005/8/layout/vList5"/>
    <dgm:cxn modelId="{A316347C-9D1A-43C6-BE2B-DC184440E1C9}" srcId="{0D51337A-31FA-4717-B2BF-9243F96D2B9B}" destId="{E40970FA-9468-4353-8343-FE5E2BEBB8B0}" srcOrd="0" destOrd="0" parTransId="{85FA6A33-9FA9-4134-A6A3-A5D4748A1779}" sibTransId="{04FF68DF-CF36-4D12-9ECE-A3519B0AC88A}"/>
    <dgm:cxn modelId="{53988784-A0E1-4D82-B36B-740DE83EB0C9}" type="presOf" srcId="{81269538-BFC5-48BB-BEA1-D7AF1F385FD5}" destId="{99FD7F24-5BB9-46E8-BB7C-4B477B73B815}" srcOrd="0" destOrd="0" presId="urn:microsoft.com/office/officeart/2005/8/layout/vList5"/>
    <dgm:cxn modelId="{993E0796-DCBD-4EB2-9BAB-4437E125DA45}" type="presOf" srcId="{E40970FA-9468-4353-8343-FE5E2BEBB8B0}" destId="{6FB9694A-6C63-4B23-90F6-4F208C00D399}" srcOrd="0" destOrd="0" presId="urn:microsoft.com/office/officeart/2005/8/layout/vList5"/>
    <dgm:cxn modelId="{000FE2BB-9FE6-4965-ADF5-E3E85B644286}" srcId="{81269538-BFC5-48BB-BEA1-D7AF1F385FD5}" destId="{51A6936C-668E-4912-B1B4-BA2D45D3F624}" srcOrd="2" destOrd="0" parTransId="{8F7D40F1-9723-47F5-BFD2-340696378D49}" sibTransId="{E68031D9-E3F9-439E-86FC-2A0A3A3988D0}"/>
    <dgm:cxn modelId="{F68422C1-CD34-4DED-AA4B-85EFFF4FE933}" srcId="{81269538-BFC5-48BB-BEA1-D7AF1F385FD5}" destId="{A7F7584C-6CC5-40A2-9566-2842A5DEA97A}" srcOrd="1" destOrd="0" parTransId="{581272CD-5908-4C17-8E9B-8BF6DCE43C3E}" sibTransId="{C41ED6A4-512C-48AB-901D-671B73446005}"/>
    <dgm:cxn modelId="{02B1C3C3-F2D2-4C80-8962-E0C9B39A6EF4}" type="presOf" srcId="{0D51337A-31FA-4717-B2BF-9243F96D2B9B}" destId="{3230722F-B757-4673-BD2F-9D4BAB5CEE8D}" srcOrd="0" destOrd="0" presId="urn:microsoft.com/office/officeart/2005/8/layout/vList5"/>
    <dgm:cxn modelId="{45435F90-22A5-4C03-B101-FD4577E8A794}" type="presParOf" srcId="{99FD7F24-5BB9-46E8-BB7C-4B477B73B815}" destId="{BBAB8945-0B00-4547-92CF-AE59FDD0EF39}" srcOrd="0" destOrd="0" presId="urn:microsoft.com/office/officeart/2005/8/layout/vList5"/>
    <dgm:cxn modelId="{B399DCC2-FF40-4D75-A2A7-A495D4AF2387}" type="presParOf" srcId="{BBAB8945-0B00-4547-92CF-AE59FDD0EF39}" destId="{3230722F-B757-4673-BD2F-9D4BAB5CEE8D}" srcOrd="0" destOrd="0" presId="urn:microsoft.com/office/officeart/2005/8/layout/vList5"/>
    <dgm:cxn modelId="{4A0749A4-83B7-4DF9-BA0E-5506B76F10A1}" type="presParOf" srcId="{BBAB8945-0B00-4547-92CF-AE59FDD0EF39}" destId="{6FB9694A-6C63-4B23-90F6-4F208C00D399}" srcOrd="1" destOrd="0" presId="urn:microsoft.com/office/officeart/2005/8/layout/vList5"/>
    <dgm:cxn modelId="{26C2F444-58E5-4B3C-A169-EBC64ABE0EE9}" type="presParOf" srcId="{99FD7F24-5BB9-46E8-BB7C-4B477B73B815}" destId="{3E4AEBB9-D07D-412D-A9F3-5F50CE85FF20}" srcOrd="1" destOrd="0" presId="urn:microsoft.com/office/officeart/2005/8/layout/vList5"/>
    <dgm:cxn modelId="{FB2D3183-70C6-44DD-875A-CC09A2C89FEB}" type="presParOf" srcId="{99FD7F24-5BB9-46E8-BB7C-4B477B73B815}" destId="{C60E4332-AB2E-4201-AF29-E3D9D2CE99DD}" srcOrd="2" destOrd="0" presId="urn:microsoft.com/office/officeart/2005/8/layout/vList5"/>
    <dgm:cxn modelId="{B9D84324-BE5B-4514-8201-6B25BE814C19}" type="presParOf" srcId="{C60E4332-AB2E-4201-AF29-E3D9D2CE99DD}" destId="{8A3FE5E4-2689-4041-B2C5-C63BC276A3EF}" srcOrd="0" destOrd="0" presId="urn:microsoft.com/office/officeart/2005/8/layout/vList5"/>
    <dgm:cxn modelId="{62F196CC-DD4E-41F1-95F6-0E80E18CA40A}" type="presParOf" srcId="{C60E4332-AB2E-4201-AF29-E3D9D2CE99DD}" destId="{329ECF1A-78BE-41CB-B252-8011825B67CD}" srcOrd="1" destOrd="0" presId="urn:microsoft.com/office/officeart/2005/8/layout/vList5"/>
    <dgm:cxn modelId="{902C8576-A8E1-4C1E-B647-4F0EFC878EDE}" type="presParOf" srcId="{99FD7F24-5BB9-46E8-BB7C-4B477B73B815}" destId="{CF97419B-1653-4404-8A25-A4EB2811914A}" srcOrd="3" destOrd="0" presId="urn:microsoft.com/office/officeart/2005/8/layout/vList5"/>
    <dgm:cxn modelId="{C0AE58B2-3BCF-4A17-9962-82AF5DB00A66}" type="presParOf" srcId="{99FD7F24-5BB9-46E8-BB7C-4B477B73B815}" destId="{74B4E996-D144-43FA-9C7B-5183D295C315}" srcOrd="4" destOrd="0" presId="urn:microsoft.com/office/officeart/2005/8/layout/vList5"/>
    <dgm:cxn modelId="{CC23B1CA-2592-479D-988C-BB870D7E9EC9}" type="presParOf" srcId="{74B4E996-D144-43FA-9C7B-5183D295C315}" destId="{1C763A21-352A-41D1-A2E2-E305DABA275D}" srcOrd="0" destOrd="0" presId="urn:microsoft.com/office/officeart/2005/8/layout/vList5"/>
    <dgm:cxn modelId="{477107E6-023C-4B3F-96EF-D2D5DA516C5C}" type="presParOf" srcId="{74B4E996-D144-43FA-9C7B-5183D295C315}" destId="{A66EBD3D-E7C5-421C-B8B5-728648057DD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9694A-6C63-4B23-90F6-4F208C00D399}">
      <dsp:nvSpPr>
        <dsp:cNvPr id="0" name=""/>
        <dsp:cNvSpPr/>
      </dsp:nvSpPr>
      <dsp:spPr>
        <a:xfrm rot="5400000">
          <a:off x="6279531" y="-2597504"/>
          <a:ext cx="913097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We have to create a account on </a:t>
          </a:r>
          <a:r>
            <a:rPr lang="en-US" sz="24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github</a:t>
          </a: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.</a:t>
          </a:r>
        </a:p>
      </dsp:txBody>
      <dsp:txXfrm rot="-5400000">
        <a:off x="3566160" y="160441"/>
        <a:ext cx="6295266" cy="823949"/>
      </dsp:txXfrm>
    </dsp:sp>
    <dsp:sp modelId="{3230722F-B757-4673-BD2F-9D4BAB5CEE8D}">
      <dsp:nvSpPr>
        <dsp:cNvPr id="0" name=""/>
        <dsp:cNvSpPr/>
      </dsp:nvSpPr>
      <dsp:spPr>
        <a:xfrm>
          <a:off x="0" y="1729"/>
          <a:ext cx="3566160" cy="11413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110490" rIns="220980" bIns="11049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Step 1 </a:t>
          </a:r>
        </a:p>
      </dsp:txBody>
      <dsp:txXfrm>
        <a:off x="55717" y="57446"/>
        <a:ext cx="3454726" cy="1029938"/>
      </dsp:txXfrm>
    </dsp:sp>
    <dsp:sp modelId="{329ECF1A-78BE-41CB-B252-8011825B67CD}">
      <dsp:nvSpPr>
        <dsp:cNvPr id="0" name=""/>
        <dsp:cNvSpPr/>
      </dsp:nvSpPr>
      <dsp:spPr>
        <a:xfrm rot="5400000">
          <a:off x="6279531" y="-1399064"/>
          <a:ext cx="913097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Create a repo.</a:t>
          </a:r>
        </a:p>
      </dsp:txBody>
      <dsp:txXfrm rot="-5400000">
        <a:off x="3566160" y="1358881"/>
        <a:ext cx="6295266" cy="823949"/>
      </dsp:txXfrm>
    </dsp:sp>
    <dsp:sp modelId="{8A3FE5E4-2689-4041-B2C5-C63BC276A3EF}">
      <dsp:nvSpPr>
        <dsp:cNvPr id="0" name=""/>
        <dsp:cNvSpPr/>
      </dsp:nvSpPr>
      <dsp:spPr>
        <a:xfrm>
          <a:off x="0" y="1200169"/>
          <a:ext cx="3566160" cy="11413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110490" rIns="220980" bIns="11049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Step 2</a:t>
          </a:r>
        </a:p>
      </dsp:txBody>
      <dsp:txXfrm>
        <a:off x="55717" y="1255886"/>
        <a:ext cx="3454726" cy="1029938"/>
      </dsp:txXfrm>
    </dsp:sp>
    <dsp:sp modelId="{A66EBD3D-E7C5-421C-B8B5-728648057DDC}">
      <dsp:nvSpPr>
        <dsp:cNvPr id="0" name=""/>
        <dsp:cNvSpPr/>
      </dsp:nvSpPr>
      <dsp:spPr>
        <a:xfrm rot="5400000">
          <a:off x="6279531" y="-200623"/>
          <a:ext cx="913097" cy="633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Download the </a:t>
          </a:r>
          <a:r>
            <a:rPr lang="en-US" sz="2400" kern="1200" dirty="0" err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gitbash</a:t>
          </a:r>
          <a:r>
            <a:rPr lang="en-US" sz="24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</a:p>
      </dsp:txBody>
      <dsp:txXfrm rot="-5400000">
        <a:off x="3566160" y="2557322"/>
        <a:ext cx="6295266" cy="823949"/>
      </dsp:txXfrm>
    </dsp:sp>
    <dsp:sp modelId="{1C763A21-352A-41D1-A2E2-E305DABA275D}">
      <dsp:nvSpPr>
        <dsp:cNvPr id="0" name=""/>
        <dsp:cNvSpPr/>
      </dsp:nvSpPr>
      <dsp:spPr>
        <a:xfrm>
          <a:off x="0" y="2398610"/>
          <a:ext cx="3566160" cy="114137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110490" rIns="220980" bIns="11049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Step 3</a:t>
          </a:r>
        </a:p>
      </dsp:txBody>
      <dsp:txXfrm>
        <a:off x="55717" y="2454327"/>
        <a:ext cx="3454726" cy="1029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our-username/your-repo.gi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Rockwell" panose="02060603020205020403" pitchFamily="18" charset="0"/>
              </a:rPr>
              <a:t>DEVOPS workshop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Harsh Raj </a:t>
            </a:r>
          </a:p>
          <a:p>
            <a:pPr algn="ctr"/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GIT &amp; GITHUB Steps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4F1745-A55E-4835-88EB-BC637121B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501850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Command of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 remote add origin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https://github.com/your-username/your-repo.git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/>
              <a:t>git add .</a:t>
            </a:r>
          </a:p>
          <a:p>
            <a:r>
              <a:rPr lang="en-US" dirty="0"/>
              <a:t>git commit -m "Initial commit"</a:t>
            </a:r>
          </a:p>
          <a:p>
            <a:r>
              <a:rPr lang="en-US" dirty="0"/>
              <a:t>git push -u origin main</a:t>
            </a:r>
          </a:p>
          <a:p>
            <a:pPr marL="0" indent="0"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179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DEBB6-9B44-CDF8-62FE-F09B5832B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845230"/>
            <a:ext cx="9905999" cy="214289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git checkout -b dev         # Create dev branch</a:t>
            </a:r>
          </a:p>
          <a:p>
            <a:pPr marL="0" indent="0">
              <a:buNone/>
            </a:pPr>
            <a:r>
              <a:rPr lang="en-IN" dirty="0"/>
              <a:t>git push origin dev         # Push dev branch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129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83D6-92D6-6258-6E04-C6934CD1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B0C9D-2DD3-734B-37DD-09DA3E5E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464" y="66002"/>
            <a:ext cx="9905999" cy="57841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AWS EC2 SETUP</a:t>
            </a:r>
          </a:p>
          <a:p>
            <a:pPr marL="0" indent="0">
              <a:buNone/>
            </a:pPr>
            <a:r>
              <a:rPr lang="en-IN" dirty="0"/>
              <a:t>STEPS </a:t>
            </a:r>
          </a:p>
          <a:p>
            <a:pPr marL="0" indent="0">
              <a:buNone/>
            </a:pPr>
            <a:r>
              <a:rPr lang="en-IN" dirty="0"/>
              <a:t>Create a account on AWS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US" dirty="0"/>
              <a:t>Go to AWS Console → EC2 → Launch Instance</a:t>
            </a:r>
          </a:p>
          <a:p>
            <a:pPr marL="0" indent="0">
              <a:buNone/>
            </a:pPr>
            <a:r>
              <a:rPr lang="en-US" dirty="0"/>
              <a:t>Choose Ubuntu 22.04 or Amazon Linux</a:t>
            </a:r>
          </a:p>
          <a:p>
            <a:pPr marL="0" indent="0">
              <a:buNone/>
            </a:pPr>
            <a:r>
              <a:rPr lang="en-US" dirty="0"/>
              <a:t>Create a new key pair (PEM file)</a:t>
            </a:r>
          </a:p>
          <a:p>
            <a:r>
              <a:rPr lang="en-US" dirty="0"/>
              <a:t>Configure security group:</a:t>
            </a:r>
          </a:p>
          <a:p>
            <a:r>
              <a:rPr lang="en-US" dirty="0"/>
              <a:t>Allow SSH (port 22)</a:t>
            </a:r>
          </a:p>
          <a:p>
            <a:r>
              <a:rPr lang="en-US" dirty="0"/>
              <a:t>Allow HTTP (port 80) or HTTPS (port 443) if needed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591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Commands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CAE78-C8BD-4CAF-217E-683BD9E377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239604" cy="3541714"/>
          </a:xfrm>
        </p:spPr>
        <p:txBody>
          <a:bodyPr/>
          <a:lstStyle/>
          <a:p>
            <a:r>
              <a:rPr lang="en-US" dirty="0"/>
              <a:t>ssh -</a:t>
            </a:r>
            <a:r>
              <a:rPr lang="en-US" dirty="0" err="1"/>
              <a:t>i</a:t>
            </a:r>
            <a:r>
              <a:rPr lang="en-US" dirty="0"/>
              <a:t> "your-</a:t>
            </a:r>
            <a:r>
              <a:rPr lang="en-US" dirty="0" err="1"/>
              <a:t>key.pem</a:t>
            </a:r>
            <a:r>
              <a:rPr lang="en-US" dirty="0"/>
              <a:t>" ec2-user@your-ec2-public-ip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Rockwell" panose="02060603020205020403" pitchFamily="18" charset="0"/>
              </a:rPr>
              <a:t>CI/CD PIPELINE</a:t>
            </a:r>
            <a:br>
              <a:rPr lang="en-US" sz="4400" dirty="0">
                <a:latin typeface="Rockwell" panose="02060603020205020403" pitchFamily="18" charset="0"/>
              </a:rPr>
            </a:b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2"/>
            <a:ext cx="9905999" cy="4925537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sz="24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Prereqyesties</a:t>
            </a:r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  <a:p>
            <a:pPr lvl="1"/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code </a:t>
            </a:r>
            <a:r>
              <a:rPr lang="en-US" sz="24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alongwith</a:t>
            </a:r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400" u="sng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yaml</a:t>
            </a:r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file</a:t>
            </a:r>
          </a:p>
          <a:p>
            <a:pPr lvl="1"/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AWS INSTANCE</a:t>
            </a:r>
          </a:p>
          <a:p>
            <a:pPr lvl="1"/>
            <a:endParaRPr lang="en-US" sz="2400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STEPS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to push our local code to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/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to configure the secrets in the settings of the </a:t>
            </a:r>
            <a:r>
              <a:rPr lang="en-US" sz="2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github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EC2_HOST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EC2_USER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SSH KEY</a:t>
            </a:r>
          </a:p>
          <a:p>
            <a:pPr marL="457200" lvl="1" indent="0">
              <a:buNone/>
            </a:pPr>
            <a:r>
              <a:rPr lang="en-US" sz="2400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</a:t>
            </a:r>
          </a:p>
          <a:p>
            <a:pPr marL="457200" lvl="1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35</TotalTime>
  <Words>204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Rockwell</vt:lpstr>
      <vt:lpstr>Tahoma</vt:lpstr>
      <vt:lpstr>Tw Cen MT</vt:lpstr>
      <vt:lpstr>Wingdings</vt:lpstr>
      <vt:lpstr>Circuit</vt:lpstr>
      <vt:lpstr>DEVOPS workshop </vt:lpstr>
      <vt:lpstr>GIT &amp; GITHUB Steps </vt:lpstr>
      <vt:lpstr>Command of git</vt:lpstr>
      <vt:lpstr>PowerPoint Presentation</vt:lpstr>
      <vt:lpstr>PowerPoint Presentation</vt:lpstr>
      <vt:lpstr>Commands </vt:lpstr>
      <vt:lpstr>CI/CD PIPELINE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 kumar</dc:creator>
  <cp:lastModifiedBy>rak kumar</cp:lastModifiedBy>
  <cp:revision>1</cp:revision>
  <dcterms:created xsi:type="dcterms:W3CDTF">2025-10-16T05:03:38Z</dcterms:created>
  <dcterms:modified xsi:type="dcterms:W3CDTF">2025-10-16T05:39:02Z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